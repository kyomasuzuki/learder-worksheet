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572000" cy="45720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554480"/>
            <a:ext cx="475488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4533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第2弾｜サークル・委員会リーダー向け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リーダーのためのワークシート集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心理的安全性／KPT／リスク管理／予算／事業ドメイン／強みの棚卸し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すべて無料・学生団体のみなさんは自由に使えます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1つのワークは2枚。まず例を読み、次に白紙に書きます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68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04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解説と記入例を読む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意味・狙い・効果と、サークルでの記入例を確認します。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377440"/>
            <a:ext cx="548640" cy="548640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368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040" dirty="0"/>
          </a:p>
        </p:txBody>
      </p:sp>
      <p:sp>
        <p:nvSpPr>
          <p:cNvPr id="12" name="Text 10"/>
          <p:cNvSpPr/>
          <p:nvPr/>
        </p:nvSpPr>
        <p:spPr>
          <a:xfrm>
            <a:off x="461772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白紙のシートに書く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自分のサークルについて、思いつくまま書き込みます。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377440"/>
            <a:ext cx="548640" cy="548640"/>
          </a:xfrm>
          <a:prstGeom prst="ellipse">
            <a:avLst/>
          </a:prstGeom>
          <a:solidFill>
            <a:srgbClr val="C0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368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04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メンバーと見せ合う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幹部や仲間と読み合い、直して決定版にします。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※記入例は架空の「ひだまりテニスサークル（部員40名）」のものです。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心理的安全性チェック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誰もが安心して意見や失敗を話せる状態かを確認する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意見や失敗を話しても、責められないと感じられる状態かを確かめること。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発言が一部の人に偏る原因を見つける。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問題が早く共有され、新入生が定着しやすくなる。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今の状態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会議で話すのはいつも3年生だけ。1年生はほとんど黙っている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81279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0364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原因の仮説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748784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否定されるのが怖い／意見を聞かれる場面がない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58393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57479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小さな実験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519928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会議の最初に全員が1分ずつ話す。出た意見は必ず「ありがとう」で受ける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心理的安全性チェック（記入用）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今の状態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会議や連絡で、誰が話せているか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4672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04672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04672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04672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804672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04672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368698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05858" y="200253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4505858" y="19933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原因の仮説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33290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なぜ話しにくいのか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33290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533290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533290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533290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4533290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533290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533290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533290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097317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234477" y="200253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4" name="Text 32"/>
          <p:cNvSpPr/>
          <p:nvPr/>
        </p:nvSpPr>
        <p:spPr>
          <a:xfrm>
            <a:off x="8234477" y="19933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小さな実験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61909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1か月で試すこと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261909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261909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8261909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261909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261909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261909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61909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261909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KPT振り返りシート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活動やイベントのあとに、続けること・直すこと・試すことを決める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Keep（続ける）・Problem（問題）・Try（次に試す）の3つで振り返る方法。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やりっぱなしを防ぎ、次の行動を具体的に決める。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活動の質が少しずつ上がり、同じ失敗を繰り返さなくなる。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Keep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体験会で先輩が初心者に1対1でつく担当制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当日の集合連絡が遅れ、開始が20分ずれた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前日夜と当日朝の2回、LINEで連絡する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担当と期限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Aさん・次の定例会まで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KPT振り返りシート（記入用）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Keep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うまくいって続けたいこと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Problem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うまくいかなかったこと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次に試すこと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担当と期限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誰がいつまでに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リスク管理表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起きそうな問題を先に考えて、備えと対応を決める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イベントや活動で起きそうな問題を書き出し、備えと対応を決める表。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「想定外」を減らし、落ち着いて動ける状態にする。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事故やトラブルの被害が小さくなり、メンバーも安心して参加できる。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起きそうなこと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合宿中の熱中症やケガ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影響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参加者の健康被害。活動の停止や、サークルの信頼低下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事前の備え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保険に加入／救急セットを用意／休憩と水分補給を日程に入れる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起きたときの対応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責任者が救急対応し、学生課へ連絡。保護者連絡の担当も決めておく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リスク管理表（記入用）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起きそうなこと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問題を1つ選ぶ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影響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起きたらどうなるか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事前の備え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起きる前にできること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起きたときの対応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誰が何をするか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予算・収支計画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お金の入りと出を先に計算して、赤字を防ぐ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イベントや活動に必要なお金と、集められるお金を事前に書き出す計画。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赤字や、特定の人の持ち出しを防ぐ。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無理のない会費を決められ、会計の引き継ぎもしやすくなる。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8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収入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会費 30人×8,000円＝24万円／学生課の助成 3万円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81279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0364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支出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748784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宿15万円／バス6万円／食費3万円／保険1万円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58393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57479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収支と対策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519928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27万円−25万円＝2万円の黒字。予備費として5,000円を確保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予算・収支計画（記入用）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収入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会費・助成金・協賛など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4672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04672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04672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04672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804672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04672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368698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05858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2" name="Text 20"/>
          <p:cNvSpPr/>
          <p:nvPr/>
        </p:nvSpPr>
        <p:spPr>
          <a:xfrm>
            <a:off x="4505858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支出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33290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宿・移動・食費など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33290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533290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533290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533290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4533290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533290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533290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533290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097317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234477" y="200253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4" name="Text 32"/>
          <p:cNvSpPr/>
          <p:nvPr/>
        </p:nvSpPr>
        <p:spPr>
          <a:xfrm>
            <a:off x="8234477" y="19933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収支と対策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61909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黒字か赤字か。足りないときは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261909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261909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8261909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261909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261909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261909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61909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261909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事業ドメイン設計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アイデアを「誰に・何を・どのように」の3つで言葉にする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誰に・何を・どのように提供するかで、事業の範囲を決めること。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やることを絞り、資源を集中させる。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仲間への説明がぶれず、新しい案を採るか捨てるかの判断基準になる。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記入例：学生起業のアイデア例（架空）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誰に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試験前に勉強仲間が見つからない、大学1〜2年生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81279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0364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748784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同じ科目を学ぶ学生同士をつなぐ、勉強会の場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58393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57479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どのように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519928"/>
            <a:ext cx="8168335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学内SNSと企画ツールで、無料で始めて学内の口コミで広げる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事業ドメイン設計（記入用）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誰に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ターゲットは誰か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4672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04672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04672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04672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804672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04672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368698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05858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4505858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33290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どんな価値を届けるか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33290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533290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533290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533290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4533290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533290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533290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533290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097317" y="1874520"/>
            <a:ext cx="3454298" cy="4434840"/>
          </a:xfrm>
          <a:prstGeom prst="roundRect">
            <a:avLst>
              <a:gd name="adj" fmla="val 1588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8234477" y="200253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8234477" y="19933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どのように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61909" y="2404872"/>
            <a:ext cx="31251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どう届けるか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261909" y="28803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261909" y="32461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8261909" y="36118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8261909" y="397764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8261909" y="434340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261909" y="470916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61909" y="507492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261909" y="5440680"/>
            <a:ext cx="312511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強みの棚卸しシート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リーダー経験から、自分の強みを根拠つきで取り出す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経験を振り返り、そこで発揮した力と、その証拠を整理すること。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「リーダーをやった」を、「何ができる人か」に言い換える。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自己PRで、強みを根拠とともに具体的に話せる。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部長として体験会の運営を担当した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強み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人の話を聞いて、役割を調整する力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証拠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入部者が22人に。副部長から「相談しやすい」と言われた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活かし方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チームの仕事で、メンバーの得意を見つけて役割を任せる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強みの棚卸しシート（記入用）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経験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やったこと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強み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そこで使った力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証拠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数字や周りの評価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活かし方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これからどう使うか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2026-10-13T07:01:27Z</dcterms:created>
  <dcterms:modified xsi:type="dcterms:W3CDTF">2026-10-13T07:01:27Z</dcterms:modified>
</cp:coreProperties>
</file>